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93" r:id="rId1"/>
  </p:sldMasterIdLst>
  <p:notesMasterIdLst>
    <p:notesMasterId r:id="rId7"/>
  </p:notesMasterIdLst>
  <p:sldIdLst>
    <p:sldId id="256" r:id="rId2"/>
    <p:sldId id="261" r:id="rId3"/>
    <p:sldId id="264" r:id="rId4"/>
    <p:sldId id="265" r:id="rId5"/>
    <p:sldId id="272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Noto Sans" panose="020B050204050402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nI8RCkzZqIUp7arcFgvHvsu0/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8A157A-EC6D-46A1-A63C-A7964E54C21F}">
  <a:tblStyle styleId="{B68A157A-EC6D-46A1-A63C-A7964E54C21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2E6EA"/>
          </a:solidFill>
        </a:fill>
      </a:tcStyle>
    </a:wholeTbl>
    <a:band1H>
      <a:tcTxStyle b="off" i="off"/>
      <a:tcStyle>
        <a:tcBdr/>
        <a:fill>
          <a:solidFill>
            <a:srgbClr val="E4CAD2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4CAD2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96" autoAdjust="0"/>
  </p:normalViewPr>
  <p:slideViewPr>
    <p:cSldViewPr snapToGrid="0">
      <p:cViewPr varScale="1">
        <p:scale>
          <a:sx n="113" d="100"/>
          <a:sy n="113" d="100"/>
        </p:scale>
        <p:origin x="47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8" Type="http://customschemas.google.com/relationships/presentationmetadata" Target="metadata"/><Relationship Id="rId10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14C4-6765-4C8F-A664-74E00A3B5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B2B1F-C933-4784-B1A9-BB36C316B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8F499-9F3B-43BE-82B5-C2ECF084E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AC213-045B-49A9-8112-BD096FB1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72256-AE72-46B9-914C-CC618980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36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18F3-E70B-4815-906B-970516A47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C804F-9092-47B9-B999-5AADFBF3C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89C4F-193E-48D2-A67B-42A6A8E36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2F6D7-07AA-4A6A-9D6A-E761DBC55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77BC0-CBED-45FB-93D6-F956FE53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063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5C2DB-1873-4D21-8706-FDE12DD0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1D031-D3EE-4D78-95C4-A6B6E31F5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38D99-33CC-4E23-B1A7-7EC36CA1F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AA285-005B-4448-98EE-E4FB51D41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FB260-F7C6-41C9-9EE6-957AF1B8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6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B09C-E579-49A9-9AEB-9F1431344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0206E-88AD-4ADE-873D-D33A13D95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24788-483E-4886-A952-60E7AB458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8C6A5-B651-4E9C-A07F-88C68473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E1242-61B6-4C4C-9EA2-821B3190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C345F-8F9E-4D82-B497-9DE5D9AE8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92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393D-0224-4772-BDA8-6139D4BF3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2527D-6A53-439A-9A6A-0962B053F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F2606-888F-4A20-9A8E-5CF8E7229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5980DF-0F75-4BC4-B7B9-FC497E92D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1F038D-DA84-49B5-83CB-24E44360FF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FC49E4-BBE9-4D04-9905-62AF1A5B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0870B-3435-4292-BDAA-FACBC15C9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6D77DB-5037-40D0-92C1-2E3FBE9F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56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DB4C2-F644-452E-8A0A-C9DEEAE03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B58F7-A7C8-4779-B93B-C195F6EF1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E50C33-50DF-4E95-BFDE-699236DBF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02339-7ED7-415E-96A2-C398DD7E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5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6DDC8-0EF1-489A-B2A4-10D94E8C8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A78DED-A373-4211-8200-A09CD63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FA56A-20E9-4463-823F-CE253163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32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2AEC7-0517-4ED9-96E5-3B2B6798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7E928-BDFC-4A04-A6F7-590226C65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0896E-B264-4ED0-9F1C-7A59D5807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77DFC-3630-426E-B241-6268A290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D93A2-DC2D-40A7-BFCF-08BD91319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EAB45-93D2-4DE0-8DD2-217A99D9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242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1267-D216-4CED-AA3E-EB413788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8A9B03-36BD-465B-88DA-A8B97FD50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436E0-7721-4396-B55C-97F860E07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9AD9F-791A-45E3-90E1-E5B9E4D5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54486-334A-4D72-825C-DAF61F5A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E3D70-87F0-481E-A6C0-76E1D879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610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DBA5-F778-4347-9ED8-A333883A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8DAA8-4476-4DEF-B908-15B1DCD67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F46FC-206C-4763-AF35-2AB38DAF1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321C6-21BA-403B-847B-54410672E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5839F-1B2A-4353-895A-B0D28669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802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25612-12B3-4AC9-95CB-8EEAFF8E3E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9D7AC-66AA-46C2-9E39-C9FD48DE4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D7BF8-5F7F-4FC1-B390-D8ADC86C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BE43D-CF36-410C-BC7C-E0775E149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5D83B-E8AB-48CB-ABCB-5C18A7DA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3265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5C771D-30E1-447A-957B-8AB04DE6C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23E4D-93AA-4101-B8DA-3AEDA5610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3E302-4AC6-4745-9105-18C1AB40B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EF475-3566-4DD8-A02C-B821E06661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C3488-80AC-4581-81A8-13A3F9362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8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"/>
          <p:cNvSpPr txBox="1"/>
          <p:nvPr/>
        </p:nvSpPr>
        <p:spPr>
          <a:xfrm>
            <a:off x="930955" y="2733172"/>
            <a:ext cx="10490195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4400"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Secure PIN-Based Smart Relay Control System Using ESP32 and Web Dashboard.</a:t>
            </a:r>
            <a:endParaRPr sz="2800" b="1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"/>
          <p:cNvSpPr txBox="1">
            <a:spLocks noGrp="1"/>
          </p:cNvSpPr>
          <p:nvPr>
            <p:ph type="title"/>
          </p:nvPr>
        </p:nvSpPr>
        <p:spPr>
          <a:xfrm>
            <a:off x="2457600" y="1075268"/>
            <a:ext cx="72768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alibri"/>
              <a:buNone/>
            </a:pPr>
            <a:r>
              <a:rPr lang="en-US" dirty="0"/>
              <a:t>Project Methodology (Flowchart)</a:t>
            </a:r>
            <a:endParaRPr dirty="0"/>
          </a:p>
        </p:txBody>
      </p:sp>
      <p:sp>
        <p:nvSpPr>
          <p:cNvPr id="286" name="Google Shape;286;p7"/>
          <p:cNvSpPr txBox="1">
            <a:spLocks noGrp="1"/>
          </p:cNvSpPr>
          <p:nvPr>
            <p:ph idx="1"/>
          </p:nvPr>
        </p:nvSpPr>
        <p:spPr>
          <a:xfrm>
            <a:off x="4693920" y="3429000"/>
            <a:ext cx="5286693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F8011E-6F76-45F1-7D67-48854F187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22" b="16129"/>
          <a:stretch>
            <a:fillRect/>
          </a:stretch>
        </p:blipFill>
        <p:spPr bwMode="auto">
          <a:xfrm>
            <a:off x="1642139" y="2223770"/>
            <a:ext cx="9017605" cy="45618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3E66BA-27C6-1662-AEFA-628D46261D7A}"/>
              </a:ext>
            </a:extLst>
          </p:cNvPr>
          <p:cNvSpPr txBox="1"/>
          <p:nvPr/>
        </p:nvSpPr>
        <p:spPr>
          <a:xfrm>
            <a:off x="5638800" y="296513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"/>
          <p:cNvSpPr txBox="1">
            <a:spLocks noGrp="1"/>
          </p:cNvSpPr>
          <p:nvPr>
            <p:ph type="title"/>
          </p:nvPr>
        </p:nvSpPr>
        <p:spPr>
          <a:xfrm>
            <a:off x="3795248" y="1095588"/>
            <a:ext cx="4601503" cy="512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alibri"/>
              <a:buNone/>
            </a:pPr>
            <a:r>
              <a:rPr lang="en-US" dirty="0"/>
              <a:t>System Design </a:t>
            </a:r>
            <a:endParaRPr dirty="0"/>
          </a:p>
        </p:txBody>
      </p:sp>
      <p:sp>
        <p:nvSpPr>
          <p:cNvPr id="306" name="Google Shape;306;p8"/>
          <p:cNvSpPr txBox="1">
            <a:spLocks noGrp="1"/>
          </p:cNvSpPr>
          <p:nvPr>
            <p:ph idx="1"/>
          </p:nvPr>
        </p:nvSpPr>
        <p:spPr>
          <a:xfrm>
            <a:off x="4961517" y="2866390"/>
            <a:ext cx="2268966" cy="1125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C2F90E-AA01-8350-B85F-80D3D8175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359" y="2396530"/>
            <a:ext cx="8463280" cy="43789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 txBox="1">
            <a:spLocks noGrp="1"/>
          </p:cNvSpPr>
          <p:nvPr>
            <p:ph type="title"/>
          </p:nvPr>
        </p:nvSpPr>
        <p:spPr>
          <a:xfrm>
            <a:off x="2457600" y="1004148"/>
            <a:ext cx="72768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alibri"/>
              <a:buNone/>
            </a:pPr>
            <a:r>
              <a:rPr lang="en-US" dirty="0"/>
              <a:t>Result and performance analysis</a:t>
            </a:r>
            <a:endParaRPr dirty="0"/>
          </a:p>
        </p:txBody>
      </p:sp>
      <p:sp>
        <p:nvSpPr>
          <p:cNvPr id="312" name="Google Shape;312;p10"/>
          <p:cNvSpPr txBox="1">
            <a:spLocks noGrp="1"/>
          </p:cNvSpPr>
          <p:nvPr>
            <p:ph idx="1"/>
          </p:nvPr>
        </p:nvSpPr>
        <p:spPr>
          <a:xfrm>
            <a:off x="7174753" y="2617094"/>
            <a:ext cx="3877534" cy="37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/>
              <a:t>System response time is fast.</a:t>
            </a:r>
          </a:p>
          <a:p>
            <a:r>
              <a:rPr lang="en-US" sz="2000" dirty="0"/>
              <a:t>Stable Wi-Fi connectivity.</a:t>
            </a:r>
          </a:p>
          <a:p>
            <a:r>
              <a:rPr lang="en-US" sz="2000" dirty="0"/>
              <a:t>Accurate relay switching.</a:t>
            </a:r>
          </a:p>
          <a:p>
            <a:r>
              <a:rPr lang="en-US" sz="2000" dirty="0"/>
              <a:t>Authentication prevents unauthorized access.</a:t>
            </a:r>
          </a:p>
          <a:p>
            <a:r>
              <a:rPr lang="en-US" sz="2000" dirty="0"/>
              <a:t>OLED and web dashboard provide real-time feedback.</a:t>
            </a:r>
          </a:p>
          <a:p>
            <a:r>
              <a:rPr lang="en-US" sz="2000" dirty="0"/>
              <a:t>System operates reliably under repeated testing.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0E04DB-DE2D-4D91-436C-635693451E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396007" y="1484101"/>
            <a:ext cx="4380945" cy="60350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DFE3-DD42-DD83-8D11-EC3359EA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566" y="1065108"/>
            <a:ext cx="7276868" cy="512232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 and performance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BDB2D-2F7E-6D98-83BB-0833D5427B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36" t="13678" r="24200" b="-566"/>
          <a:stretch>
            <a:fillRect/>
          </a:stretch>
        </p:blipFill>
        <p:spPr bwMode="auto">
          <a:xfrm>
            <a:off x="599440" y="2290669"/>
            <a:ext cx="5821679" cy="444513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Google Shape;312;p10">
            <a:extLst>
              <a:ext uri="{FF2B5EF4-FFF2-40B4-BE49-F238E27FC236}">
                <a16:creationId xmlns:a16="http://schemas.microsoft.com/office/drawing/2014/main" id="{5B972A4F-70EF-3E48-2CE4-41FDA781A0DD}"/>
              </a:ext>
            </a:extLst>
          </p:cNvPr>
          <p:cNvSpPr txBox="1">
            <a:spLocks/>
          </p:cNvSpPr>
          <p:nvPr/>
        </p:nvSpPr>
        <p:spPr>
          <a:xfrm>
            <a:off x="6543039" y="2927361"/>
            <a:ext cx="4907281" cy="355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"/>
              <a:buChar char="►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"/>
              <a:buChar char="►"/>
              <a:defRPr sz="16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"/>
              <a:buChar char="►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003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"/>
              <a:buChar char="►"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003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"/>
              <a:buChar char="►"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"/>
              <a:buChar char="►"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003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"/>
              <a:buChar char="►"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"/>
              <a:buChar char="►"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"/>
              <a:buChar char="►"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900" dirty="0"/>
              <a:t>Real‑time relay ON/OFF status displayed</a:t>
            </a:r>
          </a:p>
          <a:p>
            <a:r>
              <a:rPr lang="en-US" sz="2900" dirty="0"/>
              <a:t>Secure PIN‑based access confirmed</a:t>
            </a:r>
          </a:p>
          <a:p>
            <a:r>
              <a:rPr lang="en-US" sz="2900" dirty="0"/>
              <a:t>Fast response to user commands</a:t>
            </a:r>
          </a:p>
          <a:p>
            <a:r>
              <a:rPr lang="en-US" sz="2900" dirty="0"/>
              <a:t>Stable Wi‑Fi communication observed</a:t>
            </a:r>
          </a:p>
          <a:p>
            <a:r>
              <a:rPr lang="en-US" sz="2900" dirty="0"/>
              <a:t>Accurate relay switching without delay</a:t>
            </a:r>
          </a:p>
          <a:p>
            <a:r>
              <a:rPr lang="en-US" sz="2900" dirty="0"/>
              <a:t>User‑friendly and simple web interface</a:t>
            </a:r>
          </a:p>
          <a:p>
            <a:r>
              <a:rPr lang="en-US" sz="2900" dirty="0"/>
              <a:t>System status visible anytime, anywhere</a:t>
            </a:r>
          </a:p>
          <a:p>
            <a:pPr marL="137160" indent="0"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SzPts val="1920"/>
              <a:buFont typeface="Noto Sans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1367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</TotalTime>
  <Words>105</Words>
  <Application>Microsoft Office PowerPoint</Application>
  <PresentationFormat>Widescreen</PresentationFormat>
  <Paragraphs>18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Calibri</vt:lpstr>
      <vt:lpstr>Arial</vt:lpstr>
      <vt:lpstr>Noto Sans</vt:lpstr>
      <vt:lpstr>Office Theme</vt:lpstr>
      <vt:lpstr>PowerPoint Presentation</vt:lpstr>
      <vt:lpstr>Project Methodology (Flowchart)</vt:lpstr>
      <vt:lpstr>System Design </vt:lpstr>
      <vt:lpstr>Result and performance analysis</vt:lpstr>
      <vt:lpstr>Result and performance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Jabed Shariar</cp:lastModifiedBy>
  <cp:revision>7</cp:revision>
  <dcterms:created xsi:type="dcterms:W3CDTF">2022-04-16T14:40:37Z</dcterms:created>
  <dcterms:modified xsi:type="dcterms:W3CDTF">2026-04-25T08:29:15Z</dcterms:modified>
</cp:coreProperties>
</file>